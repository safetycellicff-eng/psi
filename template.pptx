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26" r:id="rId1"/>
  </p:sldMasterIdLst>
  <p:notesMasterIdLst>
    <p:notesMasterId r:id="rId3"/>
  </p:notesMasterIdLst>
  <p:handoutMasterIdLst>
    <p:handoutMasterId r:id="rId4"/>
  </p:handoutMasterIdLst>
  <p:sldIdLst/>
  <p:sldSz cx="10287000" cy="6858000" type="35mm"/>
  <p:notesSz cx="7315200" cy="9601200"/>
  <p:defaultTextStyle>
    <a:defPPr>
      <a:defRPr lang="en-US"/>
    </a:defPPr>
    <a:lvl1pPr marL="0" algn="l" defTabSz="72580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62585" algn="l" defTabSz="72580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725805" algn="l" defTabSz="72580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88390" algn="l" defTabSz="72580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451610" algn="l" defTabSz="72580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814195" algn="l" defTabSz="72580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176780" algn="l" defTabSz="72580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540000" algn="l" defTabSz="72580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902585" algn="l" defTabSz="72580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B9D9225-B89F-4C23-BC69-3F143C737F5D}">
          <p14:sldIdLst>
            <p14:sldId id="2689"/>
          </p14:sldIdLst>
        </p14:section>
        <p14:section name="Untitled Section" id="{C1E61514-F315-49FB-9DAF-2B1C178D7C34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22" userDrawn="1">
          <p15:clr>
            <a:srgbClr val="A4A3A4"/>
          </p15:clr>
        </p15:guide>
        <p15:guide id="2" pos="326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22">
          <p15:clr>
            <a:srgbClr val="A4A3A4"/>
          </p15:clr>
        </p15:guide>
        <p15:guide id="2" pos="3154">
          <p15:clr>
            <a:srgbClr val="A4A3A4"/>
          </p15:clr>
        </p15:guide>
        <p15:guide id="3" orient="horz" pos="2263">
          <p15:clr>
            <a:srgbClr val="A4A3A4"/>
          </p15:clr>
        </p15:guide>
        <p15:guide id="4" pos="3045">
          <p15:clr>
            <a:srgbClr val="A4A3A4"/>
          </p15:clr>
        </p15:guide>
        <p15:guide id="5" orient="horz" pos="2785">
          <p15:clr>
            <a:srgbClr val="A4A3A4"/>
          </p15:clr>
        </p15:guide>
        <p15:guide id="6" orient="horz" pos="2970">
          <p15:clr>
            <a:srgbClr val="A4A3A4"/>
          </p15:clr>
        </p15:guide>
        <p15:guide id="7" pos="2403">
          <p15:clr>
            <a:srgbClr val="A4A3A4"/>
          </p15:clr>
        </p15:guide>
        <p15:guide id="8" pos="2320">
          <p15:clr>
            <a:srgbClr val="A4A3A4"/>
          </p15:clr>
        </p15:guide>
        <p15:guide id="9" orient="horz" pos="1617">
          <p15:clr>
            <a:srgbClr val="A4A3A4"/>
          </p15:clr>
        </p15:guide>
        <p15:guide id="10" orient="horz" pos="1724">
          <p15:clr>
            <a:srgbClr val="A4A3A4"/>
          </p15:clr>
        </p15:guide>
        <p15:guide id="11" pos="4140">
          <p15:clr>
            <a:srgbClr val="A4A3A4"/>
          </p15:clr>
        </p15:guide>
        <p15:guide id="12" pos="3997">
          <p15:clr>
            <a:srgbClr val="A4A3A4"/>
          </p15:clr>
        </p15:guide>
        <p15:guide id="13" orient="horz" pos="3655">
          <p15:clr>
            <a:srgbClr val="A4A3A4"/>
          </p15:clr>
        </p15:guide>
        <p15:guide id="14" orient="horz" pos="3898">
          <p15:clr>
            <a:srgbClr val="A4A3A4"/>
          </p15:clr>
        </p15:guide>
        <p15:guide id="15" pos="1831">
          <p15:clr>
            <a:srgbClr val="A4A3A4"/>
          </p15:clr>
        </p15:guide>
        <p15:guide id="16" pos="176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6314"/>
    <a:srgbClr val="0FA521"/>
    <a:srgbClr val="FF4D3F"/>
    <a:srgbClr val="66FF66"/>
    <a:srgbClr val="B3F02C"/>
    <a:srgbClr val="97D057"/>
    <a:srgbClr val="99FF99"/>
    <a:srgbClr val="E6F093"/>
    <a:srgbClr val="99CC00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2500" autoAdjust="0"/>
    <p:restoredTop sz="95128" autoAdjust="0"/>
  </p:normalViewPr>
  <p:slideViewPr>
    <p:cSldViewPr showGuides="1">
      <p:cViewPr varScale="1">
        <p:scale>
          <a:sx n="115" d="100"/>
          <a:sy n="115" d="100"/>
        </p:scale>
        <p:origin x="1260" y="114"/>
      </p:cViewPr>
      <p:guideLst>
        <p:guide orient="horz" pos="2122"/>
        <p:guide pos="3262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>
      <p:cViewPr varScale="1">
        <p:scale>
          <a:sx n="83" d="100"/>
          <a:sy n="83" d="100"/>
        </p:scale>
        <p:origin x="-3792" y="-84"/>
      </p:cViewPr>
      <p:guideLst>
        <p:guide orient="horz" pos="2122"/>
        <p:guide pos="3154"/>
        <p:guide orient="horz" pos="2263"/>
        <p:guide pos="3045"/>
        <p:guide orient="horz" pos="2785"/>
        <p:guide orient="horz" pos="2970"/>
        <p:guide pos="2403"/>
        <p:guide pos="2320"/>
        <p:guide orient="horz" pos="1617"/>
        <p:guide orient="horz" pos="1724"/>
        <p:guide pos="4140"/>
        <p:guide pos="3997"/>
        <p:guide orient="horz" pos="3655"/>
        <p:guide orient="horz" pos="3898"/>
        <p:guide pos="1831"/>
        <p:guide pos="1768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handoutMaster" Target="handoutMasters/handout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566" tIns="48285" rIns="96566" bIns="4828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566" tIns="48285" rIns="96566" bIns="48285" rtlCol="0"/>
          <a:lstStyle>
            <a:lvl1pPr algn="r">
              <a:defRPr sz="1200"/>
            </a:lvl1pPr>
          </a:lstStyle>
          <a:p>
            <a:fld id="{8AAB2733-099F-48CA-82E6-2F80AD4221B0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566" tIns="48285" rIns="96566" bIns="4828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566" tIns="48285" rIns="96566" bIns="48285" rtlCol="0" anchor="b"/>
          <a:lstStyle>
            <a:lvl1pPr algn="r">
              <a:defRPr sz="1200"/>
            </a:lvl1pPr>
          </a:lstStyle>
          <a:p>
            <a:fld id="{CC74B639-1BCF-467D-B612-4DE204BB55F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78099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566" tIns="48285" rIns="96566" bIns="4828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566" tIns="48285" rIns="96566" bIns="48285" rtlCol="0"/>
          <a:lstStyle>
            <a:lvl1pPr algn="r">
              <a:defRPr sz="1200"/>
            </a:lvl1pPr>
          </a:lstStyle>
          <a:p>
            <a:fld id="{EF5ED63E-60A9-43F5-9ABA-57AE9C81E255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57263" y="719138"/>
            <a:ext cx="5400675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566" tIns="48285" rIns="96566" bIns="4828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566" tIns="48285" rIns="96566" bIns="48285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566" tIns="48285" rIns="96566" bIns="4828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566" tIns="48285" rIns="96566" bIns="48285" rtlCol="0" anchor="b"/>
          <a:lstStyle>
            <a:lvl1pPr algn="r">
              <a:defRPr sz="1200"/>
            </a:lvl1pPr>
          </a:lstStyle>
          <a:p>
            <a:fld id="{7C2775B8-9E34-4A3C-A16B-0F8E18A2E30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31333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725805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1pPr>
    <a:lvl2pPr marL="362585" algn="l" defTabSz="725805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2pPr>
    <a:lvl3pPr marL="725805" algn="l" defTabSz="725805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1088390" algn="l" defTabSz="725805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1451610" algn="l" defTabSz="725805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1814195" algn="l" defTabSz="725805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6pPr>
    <a:lvl7pPr marL="2176780" algn="l" defTabSz="725805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7pPr>
    <a:lvl8pPr marL="2540000" algn="l" defTabSz="725805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8pPr>
    <a:lvl9pPr marL="2902585" algn="l" defTabSz="725805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5875" y="1122363"/>
            <a:ext cx="7715250" cy="2387600"/>
          </a:xfrm>
        </p:spPr>
        <p:txBody>
          <a:bodyPr anchor="b"/>
          <a:lstStyle>
            <a:lvl1pPr algn="ctr">
              <a:defRPr sz="5063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5875" y="3602038"/>
            <a:ext cx="7715250" cy="1655762"/>
          </a:xfrm>
        </p:spPr>
        <p:txBody>
          <a:bodyPr/>
          <a:lstStyle>
            <a:lvl1pPr marL="0" indent="0" algn="ctr">
              <a:buNone/>
              <a:defRPr sz="2025"/>
            </a:lvl1pPr>
            <a:lvl2pPr marL="385785" indent="0" algn="ctr">
              <a:buNone/>
              <a:defRPr sz="1688"/>
            </a:lvl2pPr>
            <a:lvl3pPr marL="771571" indent="0" algn="ctr">
              <a:buNone/>
              <a:defRPr sz="1519"/>
            </a:lvl3pPr>
            <a:lvl4pPr marL="1157356" indent="0" algn="ctr">
              <a:buNone/>
              <a:defRPr sz="1350"/>
            </a:lvl4pPr>
            <a:lvl5pPr marL="1543141" indent="0" algn="ctr">
              <a:buNone/>
              <a:defRPr sz="1350"/>
            </a:lvl5pPr>
            <a:lvl6pPr marL="1928927" indent="0" algn="ctr">
              <a:buNone/>
              <a:defRPr sz="1350"/>
            </a:lvl6pPr>
            <a:lvl7pPr marL="2314712" indent="0" algn="ctr">
              <a:buNone/>
              <a:defRPr sz="1350"/>
            </a:lvl7pPr>
            <a:lvl8pPr marL="2700498" indent="0" algn="ctr">
              <a:buNone/>
              <a:defRPr sz="1350"/>
            </a:lvl8pPr>
            <a:lvl9pPr marL="3086283" indent="0" algn="ctr">
              <a:buNone/>
              <a:defRPr sz="135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2188A-C476-46D4-8252-92F8185E7DAF}" type="datetime12">
              <a:rPr lang="en-US" smtClean="0">
                <a:solidFill>
                  <a:prstClr val="black">
                    <a:tint val="75000"/>
                  </a:prstClr>
                </a:solidFill>
              </a:rPr>
              <a:t>4:31 PM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8055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B7E27-6878-4076-9BE0-7E9C37023EE8}" type="datetime12">
              <a:rPr lang="en-US" smtClean="0">
                <a:solidFill>
                  <a:prstClr val="black">
                    <a:tint val="75000"/>
                  </a:prstClr>
                </a:solidFill>
              </a:rPr>
              <a:t>4:31 PM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1285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1873" y="1709739"/>
            <a:ext cx="8872538" cy="2852737"/>
          </a:xfrm>
        </p:spPr>
        <p:txBody>
          <a:bodyPr anchor="b"/>
          <a:lstStyle>
            <a:lvl1pPr>
              <a:defRPr sz="5063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1873" y="4589464"/>
            <a:ext cx="8872538" cy="1500187"/>
          </a:xfrm>
        </p:spPr>
        <p:txBody>
          <a:bodyPr/>
          <a:lstStyle>
            <a:lvl1pPr marL="0" indent="0">
              <a:buNone/>
              <a:defRPr sz="2025">
                <a:solidFill>
                  <a:schemeClr val="tx1">
                    <a:tint val="75000"/>
                  </a:schemeClr>
                </a:solidFill>
              </a:defRPr>
            </a:lvl1pPr>
            <a:lvl2pPr marL="385785" indent="0">
              <a:buNone/>
              <a:defRPr sz="1688">
                <a:solidFill>
                  <a:schemeClr val="tx1">
                    <a:tint val="75000"/>
                  </a:schemeClr>
                </a:solidFill>
              </a:defRPr>
            </a:lvl2pPr>
            <a:lvl3pPr marL="771571" indent="0">
              <a:buNone/>
              <a:defRPr sz="1519">
                <a:solidFill>
                  <a:schemeClr val="tx1">
                    <a:tint val="75000"/>
                  </a:schemeClr>
                </a:solidFill>
              </a:defRPr>
            </a:lvl3pPr>
            <a:lvl4pPr marL="1157356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4pPr>
            <a:lvl5pPr marL="1543141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5pPr>
            <a:lvl6pPr marL="1928927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6pPr>
            <a:lvl7pPr marL="2314712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7pPr>
            <a:lvl8pPr marL="2700498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8pPr>
            <a:lvl9pPr marL="30862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77102-0313-4687-99C1-1FE1945860B8}" type="datetime12">
              <a:rPr lang="en-US" smtClean="0">
                <a:solidFill>
                  <a:prstClr val="black">
                    <a:tint val="75000"/>
                  </a:prstClr>
                </a:solidFill>
              </a:rPr>
              <a:t>4:31 PM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9742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07231" y="1825625"/>
            <a:ext cx="4371975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794" y="1825625"/>
            <a:ext cx="4371975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D89EC-B1F0-40B8-A6FB-FDB9002D3490}" type="datetime12">
              <a:rPr lang="en-US" smtClean="0">
                <a:solidFill>
                  <a:prstClr val="black">
                    <a:tint val="75000"/>
                  </a:prstClr>
                </a:solidFill>
              </a:rPr>
              <a:t>4:31 PM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8368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71" y="365126"/>
            <a:ext cx="8872538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8571" y="1681163"/>
            <a:ext cx="4351883" cy="823912"/>
          </a:xfrm>
        </p:spPr>
        <p:txBody>
          <a:bodyPr anchor="b"/>
          <a:lstStyle>
            <a:lvl1pPr marL="0" indent="0">
              <a:buNone/>
              <a:defRPr sz="2025" b="1"/>
            </a:lvl1pPr>
            <a:lvl2pPr marL="385785" indent="0">
              <a:buNone/>
              <a:defRPr sz="1688" b="1"/>
            </a:lvl2pPr>
            <a:lvl3pPr marL="771571" indent="0">
              <a:buNone/>
              <a:defRPr sz="1519" b="1"/>
            </a:lvl3pPr>
            <a:lvl4pPr marL="1157356" indent="0">
              <a:buNone/>
              <a:defRPr sz="1350" b="1"/>
            </a:lvl4pPr>
            <a:lvl5pPr marL="1543141" indent="0">
              <a:buNone/>
              <a:defRPr sz="1350" b="1"/>
            </a:lvl5pPr>
            <a:lvl6pPr marL="1928927" indent="0">
              <a:buNone/>
              <a:defRPr sz="1350" b="1"/>
            </a:lvl6pPr>
            <a:lvl7pPr marL="2314712" indent="0">
              <a:buNone/>
              <a:defRPr sz="1350" b="1"/>
            </a:lvl7pPr>
            <a:lvl8pPr marL="2700498" indent="0">
              <a:buNone/>
              <a:defRPr sz="1350" b="1"/>
            </a:lvl8pPr>
            <a:lvl9pPr marL="3086283" indent="0">
              <a:buNone/>
              <a:defRPr sz="135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8571" y="2505075"/>
            <a:ext cx="4351883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07794" y="1681163"/>
            <a:ext cx="4373315" cy="823912"/>
          </a:xfrm>
        </p:spPr>
        <p:txBody>
          <a:bodyPr anchor="b"/>
          <a:lstStyle>
            <a:lvl1pPr marL="0" indent="0">
              <a:buNone/>
              <a:defRPr sz="2025" b="1"/>
            </a:lvl1pPr>
            <a:lvl2pPr marL="385785" indent="0">
              <a:buNone/>
              <a:defRPr sz="1688" b="1"/>
            </a:lvl2pPr>
            <a:lvl3pPr marL="771571" indent="0">
              <a:buNone/>
              <a:defRPr sz="1519" b="1"/>
            </a:lvl3pPr>
            <a:lvl4pPr marL="1157356" indent="0">
              <a:buNone/>
              <a:defRPr sz="1350" b="1"/>
            </a:lvl4pPr>
            <a:lvl5pPr marL="1543141" indent="0">
              <a:buNone/>
              <a:defRPr sz="1350" b="1"/>
            </a:lvl5pPr>
            <a:lvl6pPr marL="1928927" indent="0">
              <a:buNone/>
              <a:defRPr sz="1350" b="1"/>
            </a:lvl6pPr>
            <a:lvl7pPr marL="2314712" indent="0">
              <a:buNone/>
              <a:defRPr sz="1350" b="1"/>
            </a:lvl7pPr>
            <a:lvl8pPr marL="2700498" indent="0">
              <a:buNone/>
              <a:defRPr sz="1350" b="1"/>
            </a:lvl8pPr>
            <a:lvl9pPr marL="3086283" indent="0">
              <a:buNone/>
              <a:defRPr sz="135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07794" y="2505075"/>
            <a:ext cx="4373315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74526-5369-49FF-82D1-C63BFFC6DF9C}" type="datetime12">
              <a:rPr lang="en-US" smtClean="0">
                <a:solidFill>
                  <a:prstClr val="black">
                    <a:tint val="75000"/>
                  </a:prstClr>
                </a:solidFill>
              </a:rPr>
              <a:t>4:31 PM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5376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74EF1-0651-46C5-BB41-540D41ED05BF}" type="datetime12">
              <a:rPr lang="en-US" smtClean="0">
                <a:solidFill>
                  <a:prstClr val="black">
                    <a:tint val="75000"/>
                  </a:prstClr>
                </a:solidFill>
              </a:rPr>
              <a:t>4:31 PM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2759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F48A9-8C97-4948-906D-A692BD4C3977}" type="datetime12">
              <a:rPr lang="en-US" smtClean="0">
                <a:solidFill>
                  <a:prstClr val="black">
                    <a:tint val="75000"/>
                  </a:prstClr>
                </a:solidFill>
              </a:rPr>
              <a:t>4:31 PM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3604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72" y="457200"/>
            <a:ext cx="3317825" cy="1600200"/>
          </a:xfrm>
        </p:spPr>
        <p:txBody>
          <a:bodyPr anchor="b"/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73315" y="987426"/>
            <a:ext cx="5207794" cy="4873625"/>
          </a:xfrm>
        </p:spPr>
        <p:txBody>
          <a:bodyPr/>
          <a:lstStyle>
            <a:lvl1pPr>
              <a:defRPr sz="2700"/>
            </a:lvl1pPr>
            <a:lvl2pPr>
              <a:defRPr sz="2363"/>
            </a:lvl2pPr>
            <a:lvl3pPr>
              <a:defRPr sz="2025"/>
            </a:lvl3pPr>
            <a:lvl4pPr>
              <a:defRPr sz="1688"/>
            </a:lvl4pPr>
            <a:lvl5pPr>
              <a:defRPr sz="1688"/>
            </a:lvl5pPr>
            <a:lvl6pPr>
              <a:defRPr sz="1688"/>
            </a:lvl6pPr>
            <a:lvl7pPr>
              <a:defRPr sz="1688"/>
            </a:lvl7pPr>
            <a:lvl8pPr>
              <a:defRPr sz="1688"/>
            </a:lvl8pPr>
            <a:lvl9pPr>
              <a:defRPr sz="168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72" y="2057400"/>
            <a:ext cx="3317825" cy="3811588"/>
          </a:xfrm>
        </p:spPr>
        <p:txBody>
          <a:bodyPr/>
          <a:lstStyle>
            <a:lvl1pPr marL="0" indent="0">
              <a:buNone/>
              <a:defRPr sz="1350"/>
            </a:lvl1pPr>
            <a:lvl2pPr marL="385785" indent="0">
              <a:buNone/>
              <a:defRPr sz="1181"/>
            </a:lvl2pPr>
            <a:lvl3pPr marL="771571" indent="0">
              <a:buNone/>
              <a:defRPr sz="1013"/>
            </a:lvl3pPr>
            <a:lvl4pPr marL="1157356" indent="0">
              <a:buNone/>
              <a:defRPr sz="844"/>
            </a:lvl4pPr>
            <a:lvl5pPr marL="1543141" indent="0">
              <a:buNone/>
              <a:defRPr sz="844"/>
            </a:lvl5pPr>
            <a:lvl6pPr marL="1928927" indent="0">
              <a:buNone/>
              <a:defRPr sz="844"/>
            </a:lvl6pPr>
            <a:lvl7pPr marL="2314712" indent="0">
              <a:buNone/>
              <a:defRPr sz="844"/>
            </a:lvl7pPr>
            <a:lvl8pPr marL="2700498" indent="0">
              <a:buNone/>
              <a:defRPr sz="844"/>
            </a:lvl8pPr>
            <a:lvl9pPr marL="3086283" indent="0">
              <a:buNone/>
              <a:defRPr sz="8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D5B29-A496-4F00-B762-4512F7539EEF}" type="datetime12">
              <a:rPr lang="en-US" smtClean="0">
                <a:solidFill>
                  <a:prstClr val="black">
                    <a:tint val="75000"/>
                  </a:prstClr>
                </a:solidFill>
              </a:rPr>
              <a:t>4:31 PM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8308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72" y="457200"/>
            <a:ext cx="3317825" cy="1600200"/>
          </a:xfrm>
        </p:spPr>
        <p:txBody>
          <a:bodyPr anchor="b"/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373315" y="987426"/>
            <a:ext cx="5207794" cy="4873625"/>
          </a:xfrm>
        </p:spPr>
        <p:txBody>
          <a:bodyPr/>
          <a:lstStyle>
            <a:lvl1pPr marL="0" indent="0">
              <a:buNone/>
              <a:defRPr sz="2700"/>
            </a:lvl1pPr>
            <a:lvl2pPr marL="385785" indent="0">
              <a:buNone/>
              <a:defRPr sz="2363"/>
            </a:lvl2pPr>
            <a:lvl3pPr marL="771571" indent="0">
              <a:buNone/>
              <a:defRPr sz="2025"/>
            </a:lvl3pPr>
            <a:lvl4pPr marL="1157356" indent="0">
              <a:buNone/>
              <a:defRPr sz="1688"/>
            </a:lvl4pPr>
            <a:lvl5pPr marL="1543141" indent="0">
              <a:buNone/>
              <a:defRPr sz="1688"/>
            </a:lvl5pPr>
            <a:lvl6pPr marL="1928927" indent="0">
              <a:buNone/>
              <a:defRPr sz="1688"/>
            </a:lvl6pPr>
            <a:lvl7pPr marL="2314712" indent="0">
              <a:buNone/>
              <a:defRPr sz="1688"/>
            </a:lvl7pPr>
            <a:lvl8pPr marL="2700498" indent="0">
              <a:buNone/>
              <a:defRPr sz="1688"/>
            </a:lvl8pPr>
            <a:lvl9pPr marL="3086283" indent="0">
              <a:buNone/>
              <a:defRPr sz="1688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72" y="2057400"/>
            <a:ext cx="3317825" cy="3811588"/>
          </a:xfrm>
        </p:spPr>
        <p:txBody>
          <a:bodyPr/>
          <a:lstStyle>
            <a:lvl1pPr marL="0" indent="0">
              <a:buNone/>
              <a:defRPr sz="1350"/>
            </a:lvl1pPr>
            <a:lvl2pPr marL="385785" indent="0">
              <a:buNone/>
              <a:defRPr sz="1181"/>
            </a:lvl2pPr>
            <a:lvl3pPr marL="771571" indent="0">
              <a:buNone/>
              <a:defRPr sz="1013"/>
            </a:lvl3pPr>
            <a:lvl4pPr marL="1157356" indent="0">
              <a:buNone/>
              <a:defRPr sz="844"/>
            </a:lvl4pPr>
            <a:lvl5pPr marL="1543141" indent="0">
              <a:buNone/>
              <a:defRPr sz="844"/>
            </a:lvl5pPr>
            <a:lvl6pPr marL="1928927" indent="0">
              <a:buNone/>
              <a:defRPr sz="844"/>
            </a:lvl6pPr>
            <a:lvl7pPr marL="2314712" indent="0">
              <a:buNone/>
              <a:defRPr sz="844"/>
            </a:lvl7pPr>
            <a:lvl8pPr marL="2700498" indent="0">
              <a:buNone/>
              <a:defRPr sz="844"/>
            </a:lvl8pPr>
            <a:lvl9pPr marL="3086283" indent="0">
              <a:buNone/>
              <a:defRPr sz="8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81AFF-608F-4F2B-8019-11072807E7F0}" type="datetime12">
              <a:rPr lang="en-US" smtClean="0">
                <a:solidFill>
                  <a:prstClr val="black">
                    <a:tint val="75000"/>
                  </a:prstClr>
                </a:solidFill>
              </a:rPr>
              <a:t>4:31 PM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0247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C35BC-460F-4AE3-B341-5DB39D4F4AE3}" type="datetime12">
              <a:rPr lang="en-US" smtClean="0">
                <a:solidFill>
                  <a:prstClr val="black">
                    <a:tint val="75000"/>
                  </a:prstClr>
                </a:solidFill>
              </a:rPr>
              <a:t>4:31 PM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9334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61635" y="365125"/>
            <a:ext cx="2218134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07231" y="365125"/>
            <a:ext cx="6525816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7F2EB-6E45-4E41-9D50-D3C57B4593D2}" type="datetime12">
              <a:rPr lang="en-US" smtClean="0">
                <a:solidFill>
                  <a:prstClr val="black">
                    <a:tint val="75000"/>
                  </a:prstClr>
                </a:solidFill>
              </a:rPr>
              <a:t>4:31 PM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333483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t="8000" r="93000" b="8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07231" y="365126"/>
            <a:ext cx="887253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7231" y="1825625"/>
            <a:ext cx="887253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07231" y="6356351"/>
            <a:ext cx="23145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1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836C6B-9EB0-4317-B5DD-5B58771969B7}" type="datetime12">
              <a:rPr lang="en-US" smtClean="0"/>
              <a:t>4:31 PM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07569" y="6356351"/>
            <a:ext cx="34718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1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65194" y="6356351"/>
            <a:ext cx="23145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1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950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771571" rtl="0" eaLnBrk="1" latinLnBrk="0" hangingPunct="1">
        <a:lnSpc>
          <a:spcPct val="90000"/>
        </a:lnSpc>
        <a:spcBef>
          <a:spcPct val="0"/>
        </a:spcBef>
        <a:buNone/>
        <a:defRPr sz="371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2893" indent="-192893" algn="l" defTabSz="771571" rtl="0" eaLnBrk="1" latinLnBrk="0" hangingPunct="1">
        <a:lnSpc>
          <a:spcPct val="90000"/>
        </a:lnSpc>
        <a:spcBef>
          <a:spcPts val="844"/>
        </a:spcBef>
        <a:buFont typeface="Arial" panose="020B0604020202020204" pitchFamily="34" charset="0"/>
        <a:buChar char="•"/>
        <a:defRPr sz="2363" kern="1200">
          <a:solidFill>
            <a:schemeClr val="tx1"/>
          </a:solidFill>
          <a:latin typeface="+mn-lt"/>
          <a:ea typeface="+mn-ea"/>
          <a:cs typeface="+mn-cs"/>
        </a:defRPr>
      </a:lvl1pPr>
      <a:lvl2pPr marL="578678" indent="-192893" algn="l" defTabSz="771571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2pPr>
      <a:lvl3pPr marL="964463" indent="-192893" algn="l" defTabSz="771571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688" kern="1200">
          <a:solidFill>
            <a:schemeClr val="tx1"/>
          </a:solidFill>
          <a:latin typeface="+mn-lt"/>
          <a:ea typeface="+mn-ea"/>
          <a:cs typeface="+mn-cs"/>
        </a:defRPr>
      </a:lvl3pPr>
      <a:lvl4pPr marL="1350249" indent="-192893" algn="l" defTabSz="771571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519" kern="1200">
          <a:solidFill>
            <a:schemeClr val="tx1"/>
          </a:solidFill>
          <a:latin typeface="+mn-lt"/>
          <a:ea typeface="+mn-ea"/>
          <a:cs typeface="+mn-cs"/>
        </a:defRPr>
      </a:lvl4pPr>
      <a:lvl5pPr marL="1736034" indent="-192893" algn="l" defTabSz="771571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519" kern="1200">
          <a:solidFill>
            <a:schemeClr val="tx1"/>
          </a:solidFill>
          <a:latin typeface="+mn-lt"/>
          <a:ea typeface="+mn-ea"/>
          <a:cs typeface="+mn-cs"/>
        </a:defRPr>
      </a:lvl5pPr>
      <a:lvl6pPr marL="2121819" indent="-192893" algn="l" defTabSz="771571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519" kern="1200">
          <a:solidFill>
            <a:schemeClr val="tx1"/>
          </a:solidFill>
          <a:latin typeface="+mn-lt"/>
          <a:ea typeface="+mn-ea"/>
          <a:cs typeface="+mn-cs"/>
        </a:defRPr>
      </a:lvl6pPr>
      <a:lvl7pPr marL="2507605" indent="-192893" algn="l" defTabSz="771571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519" kern="1200">
          <a:solidFill>
            <a:schemeClr val="tx1"/>
          </a:solidFill>
          <a:latin typeface="+mn-lt"/>
          <a:ea typeface="+mn-ea"/>
          <a:cs typeface="+mn-cs"/>
        </a:defRPr>
      </a:lvl7pPr>
      <a:lvl8pPr marL="2893390" indent="-192893" algn="l" defTabSz="771571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519" kern="1200">
          <a:solidFill>
            <a:schemeClr val="tx1"/>
          </a:solidFill>
          <a:latin typeface="+mn-lt"/>
          <a:ea typeface="+mn-ea"/>
          <a:cs typeface="+mn-cs"/>
        </a:defRPr>
      </a:lvl8pPr>
      <a:lvl9pPr marL="3279176" indent="-192893" algn="l" defTabSz="771571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51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1571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1pPr>
      <a:lvl2pPr marL="385785" algn="l" defTabSz="771571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2pPr>
      <a:lvl3pPr marL="771571" algn="l" defTabSz="771571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3pPr>
      <a:lvl4pPr marL="1157356" algn="l" defTabSz="771571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4pPr>
      <a:lvl5pPr marL="1543141" algn="l" defTabSz="771571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5pPr>
      <a:lvl6pPr marL="1928927" algn="l" defTabSz="771571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6pPr>
      <a:lvl7pPr marL="2314712" algn="l" defTabSz="771571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7pPr>
      <a:lvl8pPr marL="2700498" algn="l" defTabSz="771571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8pPr>
      <a:lvl9pPr marL="3086283" algn="l" defTabSz="771571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solidFill>
          <a:schemeClr val="accent1"/>
        </a:solidFill>
      </a:spPr>
      <a:bodyPr wrap="none" lIns="0" tIns="0" rIns="0" bIns="0" anchor="ctr" anchorCtr="1">
        <a:noAutofit/>
      </a:bodyPr>
      <a:lstStyle>
        <a:defPPr marL="0" marR="0" indent="0" algn="ctr" defTabSz="725805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b="1" i="0" u="none" strike="noStrike" kern="1200" cap="none" spc="0" normalizeH="0" baseline="0" noProof="0" smtClean="0">
            <a:ln>
              <a:noFill/>
            </a:ln>
            <a:solidFill>
              <a:sysClr val="windowText" lastClr="000000"/>
            </a:solidFill>
            <a:effectLst/>
            <a:uLnTx/>
            <a:uFillTx/>
            <a:latin typeface="+mj-lt"/>
            <a:ea typeface="+mj-ea"/>
            <a:cs typeface="+mj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44317</TotalTime>
  <Words>66</Words>
  <Application>Microsoft Office PowerPoint</Application>
  <PresentationFormat>35mm Slides</PresentationFormat>
  <Paragraphs>10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Black</vt:lpstr>
      <vt:lpstr>Calibri</vt:lpstr>
      <vt:lpstr>Calibri Light</vt:lpstr>
      <vt:lpstr>Times New Roman</vt:lpstr>
      <vt:lpstr>Office Theme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Safety cell</dc:creator>
  <cp:lastModifiedBy>Microsoft account</cp:lastModifiedBy>
  <cp:revision>6859</cp:revision>
  <cp:lastPrinted>2024-05-29T07:18:17Z</cp:lastPrinted>
  <dcterms:created xsi:type="dcterms:W3CDTF">2006-08-16T00:00:00Z</dcterms:created>
  <dcterms:modified xsi:type="dcterms:W3CDTF">2026-07-09T11:03:38Z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80F7C9AEBB3C4C51B21DC452841195B8_12</vt:lpwstr>
  </property>
  <property fmtid="{D5CDD505-2E9C-101B-9397-08002B2CF9AE}" pid="3" name="KSOProductBuildVer">
    <vt:lpwstr>1033-12.2.0.16731</vt:lpwstr>
  </property>
</Properties>
</file>